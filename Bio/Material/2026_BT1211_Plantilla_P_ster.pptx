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22320250" cy="3312001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40">
          <p15:clr>
            <a:srgbClr val="747775"/>
          </p15:clr>
        </p15:guide>
        <p15:guide id="2" pos="13720">
          <p15:clr>
            <a:srgbClr val="747775"/>
          </p15:clr>
        </p15:guide>
        <p15:guide id="3" orient="horz" pos="227">
          <p15:clr>
            <a:srgbClr val="747775"/>
          </p15:clr>
        </p15:guide>
        <p15:guide id="4" orient="horz" pos="20636">
          <p15:clr>
            <a:srgbClr val="747775"/>
          </p15:clr>
        </p15:guide>
        <p15:guide id="5" pos="6917">
          <p15:clr>
            <a:srgbClr val="747775"/>
          </p15:clr>
        </p15:guide>
        <p15:guide id="6" pos="7143">
          <p15:clr>
            <a:srgbClr val="747775"/>
          </p15:clr>
        </p15:guide>
        <p15:guide id="7" orient="horz" pos="13493">
          <p15:clr>
            <a:srgbClr val="747775"/>
          </p15:clr>
        </p15:guide>
        <p15:guide id="8" orient="horz" pos="131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2C4A82-8F41-4C7D-8A08-210F0D98A87D}">
  <a:tblStyle styleId="{A12C4A82-8F41-4C7D-8A08-210F0D98A87D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7CCA6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7CCA6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7CCA6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7CCA6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rgbClr val="7CCA6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7CCA62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rgbClr val="7CCA6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7CCA62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rgbClr val="7CCA6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7CCA62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rgbClr val="7CCA62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7CCA6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626" autoAdjust="0"/>
  </p:normalViewPr>
  <p:slideViewPr>
    <p:cSldViewPr snapToGrid="0">
      <p:cViewPr>
        <p:scale>
          <a:sx n="25" d="100"/>
          <a:sy n="25" d="100"/>
        </p:scale>
        <p:origin x="120" y="14"/>
      </p:cViewPr>
      <p:guideLst>
        <p:guide pos="340"/>
        <p:guide pos="13720"/>
        <p:guide orient="horz" pos="227"/>
        <p:guide orient="horz" pos="20636"/>
        <p:guide pos="6917"/>
        <p:guide pos="7143"/>
        <p:guide orient="horz" pos="13493"/>
        <p:guide orient="horz" pos="13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73888" y="685800"/>
            <a:ext cx="2311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685800"/>
            <a:ext cx="2311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3125" y="539989"/>
            <a:ext cx="3889481" cy="1421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0">
          <p15:clr>
            <a:srgbClr val="E46962"/>
          </p15:clr>
        </p15:guide>
        <p15:guide id="2" pos="340">
          <p15:clr>
            <a:srgbClr val="E46962"/>
          </p15:clr>
        </p15:guide>
        <p15:guide id="3" pos="13720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60843" y="13849743"/>
            <a:ext cx="20798100" cy="5420400"/>
          </a:xfrm>
          <a:prstGeom prst="rect">
            <a:avLst/>
          </a:prstGeom>
        </p:spPr>
        <p:txBody>
          <a:bodyPr spcFirstLastPara="1" wrap="square" lIns="399925" tIns="399925" rIns="399925" bIns="399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700"/>
              <a:buNone/>
              <a:defRPr sz="157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20680803" y="30027363"/>
            <a:ext cx="1339200" cy="2534700"/>
          </a:xfrm>
          <a:prstGeom prst="rect">
            <a:avLst/>
          </a:prstGeom>
        </p:spPr>
        <p:txBody>
          <a:bodyPr spcFirstLastPara="1" wrap="square" lIns="399925" tIns="399925" rIns="399925" bIns="399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60843" y="2865603"/>
            <a:ext cx="20798100" cy="3687900"/>
          </a:xfrm>
          <a:prstGeom prst="rect">
            <a:avLst/>
          </a:prstGeom>
        </p:spPr>
        <p:txBody>
          <a:bodyPr spcFirstLastPara="1" wrap="square" lIns="399925" tIns="399925" rIns="399925" bIns="399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60843" y="7421011"/>
            <a:ext cx="20798100" cy="21999000"/>
          </a:xfrm>
          <a:prstGeom prst="rect">
            <a:avLst/>
          </a:prstGeom>
        </p:spPr>
        <p:txBody>
          <a:bodyPr spcFirstLastPara="1" wrap="square" lIns="399925" tIns="399925" rIns="399925" bIns="399925" anchor="t" anchorCtr="0">
            <a:normAutofit/>
          </a:bodyPr>
          <a:lstStyle>
            <a:lvl1pPr marL="457200" lvl="0" indent="-730250">
              <a:spcBef>
                <a:spcPts val="0"/>
              </a:spcBef>
              <a:spcAft>
                <a:spcPts val="0"/>
              </a:spcAft>
              <a:buSzPts val="7900"/>
              <a:buChar char="●"/>
              <a:defRPr/>
            </a:lvl1pPr>
            <a:lvl2pPr marL="914400" lvl="1" indent="-615950">
              <a:spcBef>
                <a:spcPts val="0"/>
              </a:spcBef>
              <a:spcAft>
                <a:spcPts val="0"/>
              </a:spcAft>
              <a:buSzPts val="6100"/>
              <a:buChar char="○"/>
              <a:defRPr/>
            </a:lvl2pPr>
            <a:lvl3pPr marL="1371600" lvl="2" indent="-615950">
              <a:spcBef>
                <a:spcPts val="0"/>
              </a:spcBef>
              <a:spcAft>
                <a:spcPts val="0"/>
              </a:spcAft>
              <a:buSzPts val="6100"/>
              <a:buChar char="■"/>
              <a:defRPr/>
            </a:lvl3pPr>
            <a:lvl4pPr marL="1828800" lvl="3" indent="-615950">
              <a:spcBef>
                <a:spcPts val="0"/>
              </a:spcBef>
              <a:spcAft>
                <a:spcPts val="0"/>
              </a:spcAft>
              <a:buSzPts val="6100"/>
              <a:buChar char="●"/>
              <a:defRPr/>
            </a:lvl4pPr>
            <a:lvl5pPr marL="2286000" lvl="4" indent="-615950">
              <a:spcBef>
                <a:spcPts val="0"/>
              </a:spcBef>
              <a:spcAft>
                <a:spcPts val="0"/>
              </a:spcAft>
              <a:buSzPts val="6100"/>
              <a:buChar char="○"/>
              <a:defRPr/>
            </a:lvl5pPr>
            <a:lvl6pPr marL="2743200" lvl="5" indent="-615950">
              <a:spcBef>
                <a:spcPts val="0"/>
              </a:spcBef>
              <a:spcAft>
                <a:spcPts val="0"/>
              </a:spcAft>
              <a:buSzPts val="6100"/>
              <a:buChar char="■"/>
              <a:defRPr/>
            </a:lvl6pPr>
            <a:lvl7pPr marL="3200400" lvl="6" indent="-615950">
              <a:spcBef>
                <a:spcPts val="0"/>
              </a:spcBef>
              <a:spcAft>
                <a:spcPts val="0"/>
              </a:spcAft>
              <a:buSzPts val="6100"/>
              <a:buChar char="●"/>
              <a:defRPr/>
            </a:lvl7pPr>
            <a:lvl8pPr marL="3657600" lvl="7" indent="-615950">
              <a:spcBef>
                <a:spcPts val="0"/>
              </a:spcBef>
              <a:spcAft>
                <a:spcPts val="0"/>
              </a:spcAft>
              <a:buSzPts val="6100"/>
              <a:buChar char="○"/>
              <a:defRPr/>
            </a:lvl8pPr>
            <a:lvl9pPr marL="4114800" lvl="8" indent="-615950">
              <a:spcBef>
                <a:spcPts val="0"/>
              </a:spcBef>
              <a:spcAft>
                <a:spcPts val="0"/>
              </a:spcAft>
              <a:buSzPts val="61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20680803" y="30027363"/>
            <a:ext cx="1339200" cy="2534700"/>
          </a:xfrm>
          <a:prstGeom prst="rect">
            <a:avLst/>
          </a:prstGeom>
        </p:spPr>
        <p:txBody>
          <a:bodyPr spcFirstLastPara="1" wrap="square" lIns="399925" tIns="399925" rIns="399925" bIns="399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760843" y="2865603"/>
            <a:ext cx="20798100" cy="3687900"/>
          </a:xfrm>
          <a:prstGeom prst="rect">
            <a:avLst/>
          </a:prstGeom>
        </p:spPr>
        <p:txBody>
          <a:bodyPr spcFirstLastPara="1" wrap="square" lIns="399925" tIns="399925" rIns="399925" bIns="399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760843" y="7421011"/>
            <a:ext cx="9763200" cy="21999000"/>
          </a:xfrm>
          <a:prstGeom prst="rect">
            <a:avLst/>
          </a:prstGeom>
        </p:spPr>
        <p:txBody>
          <a:bodyPr spcFirstLastPara="1" wrap="square" lIns="399925" tIns="399925" rIns="399925" bIns="399925" anchor="t" anchorCtr="0">
            <a:normAutofit/>
          </a:bodyPr>
          <a:lstStyle>
            <a:lvl1pPr marL="457200" lvl="0" indent="-615950"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1pPr>
            <a:lvl2pPr marL="914400" lvl="1" indent="-55880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marL="1371600" lvl="2" indent="-55880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marL="1828800" lvl="3" indent="-55880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marL="2286000" lvl="4" indent="-55880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marL="2743200" lvl="5" indent="-55880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marL="3200400" lvl="6" indent="-55880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marL="3657600" lvl="7" indent="-55880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marL="4114800" lvl="8" indent="-55880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11795622" y="7421011"/>
            <a:ext cx="9763200" cy="21999000"/>
          </a:xfrm>
          <a:prstGeom prst="rect">
            <a:avLst/>
          </a:prstGeom>
        </p:spPr>
        <p:txBody>
          <a:bodyPr spcFirstLastPara="1" wrap="square" lIns="399925" tIns="399925" rIns="399925" bIns="399925" anchor="t" anchorCtr="0">
            <a:normAutofit/>
          </a:bodyPr>
          <a:lstStyle>
            <a:lvl1pPr marL="457200" lvl="0" indent="-615950"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1pPr>
            <a:lvl2pPr marL="914400" lvl="1" indent="-55880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marL="1371600" lvl="2" indent="-55880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marL="1828800" lvl="3" indent="-55880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marL="2286000" lvl="4" indent="-55880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marL="2743200" lvl="5" indent="-55880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marL="3200400" lvl="6" indent="-55880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marL="3657600" lvl="7" indent="-55880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marL="4114800" lvl="8" indent="-55880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20680803" y="30027363"/>
            <a:ext cx="1339200" cy="2534700"/>
          </a:xfrm>
          <a:prstGeom prst="rect">
            <a:avLst/>
          </a:prstGeom>
        </p:spPr>
        <p:txBody>
          <a:bodyPr spcFirstLastPara="1" wrap="square" lIns="399925" tIns="399925" rIns="399925" bIns="399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60843" y="2865603"/>
            <a:ext cx="20798100" cy="3687900"/>
          </a:xfrm>
          <a:prstGeom prst="rect">
            <a:avLst/>
          </a:prstGeom>
        </p:spPr>
        <p:txBody>
          <a:bodyPr spcFirstLastPara="1" wrap="square" lIns="399925" tIns="399925" rIns="399925" bIns="399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20680803" y="30027363"/>
            <a:ext cx="1339200" cy="2534700"/>
          </a:xfrm>
          <a:prstGeom prst="rect">
            <a:avLst/>
          </a:prstGeom>
        </p:spPr>
        <p:txBody>
          <a:bodyPr spcFirstLastPara="1" wrap="square" lIns="399925" tIns="399925" rIns="399925" bIns="399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760843" y="3577617"/>
            <a:ext cx="6854100" cy="4866300"/>
          </a:xfrm>
          <a:prstGeom prst="rect">
            <a:avLst/>
          </a:prstGeom>
        </p:spPr>
        <p:txBody>
          <a:bodyPr spcFirstLastPara="1" wrap="square" lIns="399925" tIns="399925" rIns="399925" bIns="399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1pPr>
            <a:lvl2pPr lvl="1"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2pPr>
            <a:lvl3pPr lvl="2"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3pPr>
            <a:lvl4pPr lvl="3"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4pPr>
            <a:lvl5pPr lvl="4"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5pPr>
            <a:lvl6pPr lvl="5"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6pPr>
            <a:lvl7pPr lvl="6"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7pPr>
            <a:lvl8pPr lvl="7"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8pPr>
            <a:lvl9pPr lvl="8"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760843" y="8947906"/>
            <a:ext cx="6854100" cy="20472900"/>
          </a:xfrm>
          <a:prstGeom prst="rect">
            <a:avLst/>
          </a:prstGeom>
        </p:spPr>
        <p:txBody>
          <a:bodyPr spcFirstLastPara="1" wrap="square" lIns="399925" tIns="399925" rIns="399925" bIns="399925" anchor="t" anchorCtr="0">
            <a:normAutofit/>
          </a:bodyPr>
          <a:lstStyle>
            <a:lvl1pPr marL="457200" lvl="0" indent="-55880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marL="914400" lvl="1" indent="-55880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marL="1371600" lvl="2" indent="-55880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marL="1828800" lvl="3" indent="-55880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marL="2286000" lvl="4" indent="-55880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marL="2743200" lvl="5" indent="-55880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marL="3200400" lvl="6" indent="-55880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marL="3657600" lvl="7" indent="-55880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marL="4114800" lvl="8" indent="-55880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20680803" y="30027363"/>
            <a:ext cx="1339200" cy="2534700"/>
          </a:xfrm>
          <a:prstGeom prst="rect">
            <a:avLst/>
          </a:prstGeom>
        </p:spPr>
        <p:txBody>
          <a:bodyPr spcFirstLastPara="1" wrap="square" lIns="399925" tIns="399925" rIns="399925" bIns="399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1196673" y="2898604"/>
            <a:ext cx="15543300" cy="26341500"/>
          </a:xfrm>
          <a:prstGeom prst="rect">
            <a:avLst/>
          </a:prstGeom>
        </p:spPr>
        <p:txBody>
          <a:bodyPr spcFirstLastPara="1" wrap="square" lIns="399925" tIns="399925" rIns="399925" bIns="399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1pPr>
            <a:lvl2pPr lvl="1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2pPr>
            <a:lvl3pPr lvl="2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3pPr>
            <a:lvl4pPr lvl="3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4pPr>
            <a:lvl5pPr lvl="4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5pPr>
            <a:lvl6pPr lvl="5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6pPr>
            <a:lvl7pPr lvl="6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7pPr>
            <a:lvl8pPr lvl="7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8pPr>
            <a:lvl9pPr lvl="8">
              <a:spcBef>
                <a:spcPts val="0"/>
              </a:spcBef>
              <a:spcAft>
                <a:spcPts val="0"/>
              </a:spcAft>
              <a:buSzPts val="21000"/>
              <a:buNone/>
              <a:defRPr sz="210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20680803" y="30027363"/>
            <a:ext cx="1339200" cy="2534700"/>
          </a:xfrm>
          <a:prstGeom prst="rect">
            <a:avLst/>
          </a:prstGeom>
        </p:spPr>
        <p:txBody>
          <a:bodyPr spcFirstLastPara="1" wrap="square" lIns="399925" tIns="399925" rIns="399925" bIns="399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11160000" y="-805"/>
            <a:ext cx="11160000" cy="331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399925" tIns="399925" rIns="399925" bIns="399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648071" y="7940654"/>
            <a:ext cx="9874200" cy="9544800"/>
          </a:xfrm>
          <a:prstGeom prst="rect">
            <a:avLst/>
          </a:prstGeom>
        </p:spPr>
        <p:txBody>
          <a:bodyPr spcFirstLastPara="1" wrap="square" lIns="399925" tIns="399925" rIns="399925" bIns="399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648071" y="18049547"/>
            <a:ext cx="9874200" cy="7953000"/>
          </a:xfrm>
          <a:prstGeom prst="rect">
            <a:avLst/>
          </a:prstGeom>
        </p:spPr>
        <p:txBody>
          <a:bodyPr spcFirstLastPara="1" wrap="square" lIns="399925" tIns="399925" rIns="399925" bIns="399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12057047" y="4662460"/>
            <a:ext cx="9366000" cy="23793300"/>
          </a:xfrm>
          <a:prstGeom prst="rect">
            <a:avLst/>
          </a:prstGeom>
        </p:spPr>
        <p:txBody>
          <a:bodyPr spcFirstLastPara="1" wrap="square" lIns="399925" tIns="399925" rIns="399925" bIns="399925" anchor="ctr" anchorCtr="0">
            <a:normAutofit/>
          </a:bodyPr>
          <a:lstStyle>
            <a:lvl1pPr marL="457200" lvl="0" indent="-730250">
              <a:spcBef>
                <a:spcPts val="0"/>
              </a:spcBef>
              <a:spcAft>
                <a:spcPts val="0"/>
              </a:spcAft>
              <a:buSzPts val="7900"/>
              <a:buChar char="●"/>
              <a:defRPr/>
            </a:lvl1pPr>
            <a:lvl2pPr marL="914400" lvl="1" indent="-615950">
              <a:spcBef>
                <a:spcPts val="0"/>
              </a:spcBef>
              <a:spcAft>
                <a:spcPts val="0"/>
              </a:spcAft>
              <a:buSzPts val="6100"/>
              <a:buChar char="○"/>
              <a:defRPr/>
            </a:lvl2pPr>
            <a:lvl3pPr marL="1371600" lvl="2" indent="-615950">
              <a:spcBef>
                <a:spcPts val="0"/>
              </a:spcBef>
              <a:spcAft>
                <a:spcPts val="0"/>
              </a:spcAft>
              <a:buSzPts val="6100"/>
              <a:buChar char="■"/>
              <a:defRPr/>
            </a:lvl3pPr>
            <a:lvl4pPr marL="1828800" lvl="3" indent="-615950">
              <a:spcBef>
                <a:spcPts val="0"/>
              </a:spcBef>
              <a:spcAft>
                <a:spcPts val="0"/>
              </a:spcAft>
              <a:buSzPts val="6100"/>
              <a:buChar char="●"/>
              <a:defRPr/>
            </a:lvl4pPr>
            <a:lvl5pPr marL="2286000" lvl="4" indent="-615950">
              <a:spcBef>
                <a:spcPts val="0"/>
              </a:spcBef>
              <a:spcAft>
                <a:spcPts val="0"/>
              </a:spcAft>
              <a:buSzPts val="6100"/>
              <a:buChar char="○"/>
              <a:defRPr/>
            </a:lvl5pPr>
            <a:lvl6pPr marL="2743200" lvl="5" indent="-615950">
              <a:spcBef>
                <a:spcPts val="0"/>
              </a:spcBef>
              <a:spcAft>
                <a:spcPts val="0"/>
              </a:spcAft>
              <a:buSzPts val="6100"/>
              <a:buChar char="■"/>
              <a:defRPr/>
            </a:lvl6pPr>
            <a:lvl7pPr marL="3200400" lvl="6" indent="-615950">
              <a:spcBef>
                <a:spcPts val="0"/>
              </a:spcBef>
              <a:spcAft>
                <a:spcPts val="0"/>
              </a:spcAft>
              <a:buSzPts val="6100"/>
              <a:buChar char="●"/>
              <a:defRPr/>
            </a:lvl7pPr>
            <a:lvl8pPr marL="3657600" lvl="7" indent="-615950">
              <a:spcBef>
                <a:spcPts val="0"/>
              </a:spcBef>
              <a:spcAft>
                <a:spcPts val="0"/>
              </a:spcAft>
              <a:buSzPts val="6100"/>
              <a:buChar char="○"/>
              <a:defRPr/>
            </a:lvl8pPr>
            <a:lvl9pPr marL="4114800" lvl="8" indent="-615950">
              <a:spcBef>
                <a:spcPts val="0"/>
              </a:spcBef>
              <a:spcAft>
                <a:spcPts val="0"/>
              </a:spcAft>
              <a:buSzPts val="6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20680803" y="30027363"/>
            <a:ext cx="1339200" cy="2534700"/>
          </a:xfrm>
          <a:prstGeom prst="rect">
            <a:avLst/>
          </a:prstGeom>
        </p:spPr>
        <p:txBody>
          <a:bodyPr spcFirstLastPara="1" wrap="square" lIns="399925" tIns="399925" rIns="399925" bIns="399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760843" y="27241498"/>
            <a:ext cx="14643000" cy="3896700"/>
          </a:xfrm>
          <a:prstGeom prst="rect">
            <a:avLst/>
          </a:prstGeom>
        </p:spPr>
        <p:txBody>
          <a:bodyPr spcFirstLastPara="1" wrap="square" lIns="399925" tIns="399925" rIns="399925" bIns="399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20680803" y="30027363"/>
            <a:ext cx="1339200" cy="2534700"/>
          </a:xfrm>
          <a:prstGeom prst="rect">
            <a:avLst/>
          </a:prstGeom>
        </p:spPr>
        <p:txBody>
          <a:bodyPr spcFirstLastPara="1" wrap="square" lIns="399925" tIns="399925" rIns="399925" bIns="399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760843" y="7122555"/>
            <a:ext cx="20798100" cy="12643200"/>
          </a:xfrm>
          <a:prstGeom prst="rect">
            <a:avLst/>
          </a:prstGeom>
        </p:spPr>
        <p:txBody>
          <a:bodyPr spcFirstLastPara="1" wrap="square" lIns="399925" tIns="399925" rIns="399925" bIns="399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500"/>
              <a:buNone/>
              <a:defRPr sz="5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500"/>
              <a:buNone/>
              <a:defRPr sz="5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500"/>
              <a:buNone/>
              <a:defRPr sz="5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500"/>
              <a:buNone/>
              <a:defRPr sz="5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500"/>
              <a:buNone/>
              <a:defRPr sz="5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500"/>
              <a:buNone/>
              <a:defRPr sz="5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500"/>
              <a:buNone/>
              <a:defRPr sz="5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500"/>
              <a:buNone/>
              <a:defRPr sz="5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500"/>
              <a:buNone/>
              <a:defRPr sz="525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760843" y="20297792"/>
            <a:ext cx="20798100" cy="8376000"/>
          </a:xfrm>
          <a:prstGeom prst="rect">
            <a:avLst/>
          </a:prstGeom>
        </p:spPr>
        <p:txBody>
          <a:bodyPr spcFirstLastPara="1" wrap="square" lIns="399925" tIns="399925" rIns="399925" bIns="399925" anchor="t" anchorCtr="0">
            <a:normAutofit/>
          </a:bodyPr>
          <a:lstStyle>
            <a:lvl1pPr marL="457200" lvl="0" indent="-730250" algn="ctr">
              <a:spcBef>
                <a:spcPts val="0"/>
              </a:spcBef>
              <a:spcAft>
                <a:spcPts val="0"/>
              </a:spcAft>
              <a:buSzPts val="7900"/>
              <a:buChar char="●"/>
              <a:defRPr/>
            </a:lvl1pPr>
            <a:lvl2pPr marL="914400" lvl="1" indent="-615950" algn="ctr">
              <a:spcBef>
                <a:spcPts val="0"/>
              </a:spcBef>
              <a:spcAft>
                <a:spcPts val="0"/>
              </a:spcAft>
              <a:buSzPts val="6100"/>
              <a:buChar char="○"/>
              <a:defRPr/>
            </a:lvl2pPr>
            <a:lvl3pPr marL="1371600" lvl="2" indent="-615950" algn="ctr">
              <a:spcBef>
                <a:spcPts val="0"/>
              </a:spcBef>
              <a:spcAft>
                <a:spcPts val="0"/>
              </a:spcAft>
              <a:buSzPts val="6100"/>
              <a:buChar char="■"/>
              <a:defRPr/>
            </a:lvl3pPr>
            <a:lvl4pPr marL="1828800" lvl="3" indent="-615950" algn="ctr">
              <a:spcBef>
                <a:spcPts val="0"/>
              </a:spcBef>
              <a:spcAft>
                <a:spcPts val="0"/>
              </a:spcAft>
              <a:buSzPts val="6100"/>
              <a:buChar char="●"/>
              <a:defRPr/>
            </a:lvl4pPr>
            <a:lvl5pPr marL="2286000" lvl="4" indent="-615950" algn="ctr">
              <a:spcBef>
                <a:spcPts val="0"/>
              </a:spcBef>
              <a:spcAft>
                <a:spcPts val="0"/>
              </a:spcAft>
              <a:buSzPts val="6100"/>
              <a:buChar char="○"/>
              <a:defRPr/>
            </a:lvl5pPr>
            <a:lvl6pPr marL="2743200" lvl="5" indent="-615950" algn="ctr">
              <a:spcBef>
                <a:spcPts val="0"/>
              </a:spcBef>
              <a:spcAft>
                <a:spcPts val="0"/>
              </a:spcAft>
              <a:buSzPts val="6100"/>
              <a:buChar char="■"/>
              <a:defRPr/>
            </a:lvl6pPr>
            <a:lvl7pPr marL="3200400" lvl="6" indent="-615950" algn="ctr">
              <a:spcBef>
                <a:spcPts val="0"/>
              </a:spcBef>
              <a:spcAft>
                <a:spcPts val="0"/>
              </a:spcAft>
              <a:buSzPts val="6100"/>
              <a:buChar char="●"/>
              <a:defRPr/>
            </a:lvl7pPr>
            <a:lvl8pPr marL="3657600" lvl="7" indent="-615950" algn="ctr">
              <a:spcBef>
                <a:spcPts val="0"/>
              </a:spcBef>
              <a:spcAft>
                <a:spcPts val="0"/>
              </a:spcAft>
              <a:buSzPts val="6100"/>
              <a:buChar char="○"/>
              <a:defRPr/>
            </a:lvl8pPr>
            <a:lvl9pPr marL="4114800" lvl="8" indent="-615950" algn="ctr">
              <a:spcBef>
                <a:spcPts val="0"/>
              </a:spcBef>
              <a:spcAft>
                <a:spcPts val="0"/>
              </a:spcAft>
              <a:buSzPts val="6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20680803" y="30027363"/>
            <a:ext cx="1339200" cy="2534700"/>
          </a:xfrm>
          <a:prstGeom prst="rect">
            <a:avLst/>
          </a:prstGeom>
        </p:spPr>
        <p:txBody>
          <a:bodyPr spcFirstLastPara="1" wrap="square" lIns="399925" tIns="399925" rIns="399925" bIns="399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20680803" y="30027363"/>
            <a:ext cx="1339200" cy="2534700"/>
          </a:xfrm>
          <a:prstGeom prst="rect">
            <a:avLst/>
          </a:prstGeom>
        </p:spPr>
        <p:txBody>
          <a:bodyPr spcFirstLastPara="1" wrap="square" lIns="399925" tIns="399925" rIns="399925" bIns="399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60843" y="2865603"/>
            <a:ext cx="20798100" cy="3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9925" tIns="399925" rIns="399925" bIns="399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0"/>
              <a:buNone/>
              <a:defRPr sz="1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0"/>
              <a:buNone/>
              <a:defRPr sz="1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0"/>
              <a:buNone/>
              <a:defRPr sz="1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0"/>
              <a:buNone/>
              <a:defRPr sz="1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0"/>
              <a:buNone/>
              <a:defRPr sz="1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0"/>
              <a:buNone/>
              <a:defRPr sz="1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0"/>
              <a:buNone/>
              <a:defRPr sz="1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0"/>
              <a:buNone/>
              <a:defRPr sz="1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0"/>
              <a:buNone/>
              <a:defRPr sz="1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60843" y="7421011"/>
            <a:ext cx="20798100" cy="21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9925" tIns="399925" rIns="399925" bIns="399925" anchor="t" anchorCtr="0">
            <a:normAutofit/>
          </a:bodyPr>
          <a:lstStyle>
            <a:lvl1pPr marL="457200" lvl="0" indent="-730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900"/>
              <a:buChar char="●"/>
              <a:defRPr sz="7900">
                <a:solidFill>
                  <a:schemeClr val="dk2"/>
                </a:solidFill>
              </a:defRPr>
            </a:lvl1pPr>
            <a:lvl2pPr marL="914400" lvl="1" indent="-615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100"/>
              <a:buChar char="○"/>
              <a:defRPr sz="6100">
                <a:solidFill>
                  <a:schemeClr val="dk2"/>
                </a:solidFill>
              </a:defRPr>
            </a:lvl2pPr>
            <a:lvl3pPr marL="1371600" lvl="2" indent="-615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100"/>
              <a:buChar char="■"/>
              <a:defRPr sz="6100">
                <a:solidFill>
                  <a:schemeClr val="dk2"/>
                </a:solidFill>
              </a:defRPr>
            </a:lvl3pPr>
            <a:lvl4pPr marL="1828800" lvl="3" indent="-615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100"/>
              <a:buChar char="●"/>
              <a:defRPr sz="6100">
                <a:solidFill>
                  <a:schemeClr val="dk2"/>
                </a:solidFill>
              </a:defRPr>
            </a:lvl4pPr>
            <a:lvl5pPr marL="2286000" lvl="4" indent="-615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100"/>
              <a:buChar char="○"/>
              <a:defRPr sz="6100">
                <a:solidFill>
                  <a:schemeClr val="dk2"/>
                </a:solidFill>
              </a:defRPr>
            </a:lvl5pPr>
            <a:lvl6pPr marL="2743200" lvl="5" indent="-615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100"/>
              <a:buChar char="■"/>
              <a:defRPr sz="6100">
                <a:solidFill>
                  <a:schemeClr val="dk2"/>
                </a:solidFill>
              </a:defRPr>
            </a:lvl6pPr>
            <a:lvl7pPr marL="3200400" lvl="6" indent="-615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100"/>
              <a:buChar char="●"/>
              <a:defRPr sz="6100">
                <a:solidFill>
                  <a:schemeClr val="dk2"/>
                </a:solidFill>
              </a:defRPr>
            </a:lvl7pPr>
            <a:lvl8pPr marL="3657600" lvl="7" indent="-615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100"/>
              <a:buChar char="○"/>
              <a:defRPr sz="6100">
                <a:solidFill>
                  <a:schemeClr val="dk2"/>
                </a:solidFill>
              </a:defRPr>
            </a:lvl8pPr>
            <a:lvl9pPr marL="4114800" lvl="8" indent="-615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100"/>
              <a:buChar char="■"/>
              <a:defRPr sz="6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680803" y="30027363"/>
            <a:ext cx="1339200" cy="25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9925" tIns="399925" rIns="399925" bIns="399925" anchor="ctr" anchorCtr="0">
            <a:normAutofit/>
          </a:bodyPr>
          <a:lstStyle>
            <a:lvl1pPr lvl="0" algn="r">
              <a:buNone/>
              <a:defRPr sz="4400">
                <a:solidFill>
                  <a:schemeClr val="dk2"/>
                </a:solidFill>
              </a:defRPr>
            </a:lvl1pPr>
            <a:lvl2pPr lvl="1" algn="r">
              <a:buNone/>
              <a:defRPr sz="4400">
                <a:solidFill>
                  <a:schemeClr val="dk2"/>
                </a:solidFill>
              </a:defRPr>
            </a:lvl2pPr>
            <a:lvl3pPr lvl="2" algn="r">
              <a:buNone/>
              <a:defRPr sz="4400">
                <a:solidFill>
                  <a:schemeClr val="dk2"/>
                </a:solidFill>
              </a:defRPr>
            </a:lvl3pPr>
            <a:lvl4pPr lvl="3" algn="r">
              <a:buNone/>
              <a:defRPr sz="4400">
                <a:solidFill>
                  <a:schemeClr val="dk2"/>
                </a:solidFill>
              </a:defRPr>
            </a:lvl4pPr>
            <a:lvl5pPr lvl="4" algn="r">
              <a:buNone/>
              <a:defRPr sz="4400">
                <a:solidFill>
                  <a:schemeClr val="dk2"/>
                </a:solidFill>
              </a:defRPr>
            </a:lvl5pPr>
            <a:lvl6pPr lvl="5" algn="r">
              <a:buNone/>
              <a:defRPr sz="4400">
                <a:solidFill>
                  <a:schemeClr val="dk2"/>
                </a:solidFill>
              </a:defRPr>
            </a:lvl6pPr>
            <a:lvl7pPr lvl="6" algn="r">
              <a:buNone/>
              <a:defRPr sz="4400">
                <a:solidFill>
                  <a:schemeClr val="dk2"/>
                </a:solidFill>
              </a:defRPr>
            </a:lvl7pPr>
            <a:lvl8pPr lvl="7" algn="r">
              <a:buNone/>
              <a:defRPr sz="4400">
                <a:solidFill>
                  <a:schemeClr val="dk2"/>
                </a:solidFill>
              </a:defRPr>
            </a:lvl8pPr>
            <a:lvl9pPr lvl="8" algn="r">
              <a:buNone/>
              <a:defRPr sz="44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/>
        </p:nvSpPr>
        <p:spPr>
          <a:xfrm>
            <a:off x="539988" y="2084400"/>
            <a:ext cx="21240000" cy="11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Times New Roman"/>
              <a:buNone/>
            </a:pPr>
            <a:r>
              <a:rPr lang="es" sz="6900" b="1" dirty="0">
                <a:latin typeface="Calibri"/>
                <a:ea typeface="Calibri"/>
                <a:cs typeface="Calibri"/>
                <a:sym typeface="Calibri"/>
              </a:rPr>
              <a:t>Título conciso y llamativo</a:t>
            </a:r>
            <a:endParaRPr sz="69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539988" y="3240912"/>
            <a:ext cx="21240000" cy="15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Times New Roman"/>
              <a:buNone/>
            </a:pPr>
            <a:r>
              <a:rPr lang="es" sz="3400">
                <a:latin typeface="Calibri"/>
                <a:ea typeface="Calibri"/>
                <a:cs typeface="Calibri"/>
                <a:sym typeface="Calibri"/>
              </a:rPr>
              <a:t>Ayelen Oyarzo P., Francisca Ramírez R., </a:t>
            </a:r>
            <a:r>
              <a:rPr lang="es" sz="3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Javiera </a:t>
            </a:r>
            <a:r>
              <a:rPr lang="es" sz="3400">
                <a:latin typeface="Calibri"/>
                <a:ea typeface="Calibri"/>
                <a:cs typeface="Calibri"/>
                <a:sym typeface="Calibri"/>
              </a:rPr>
              <a:t>Rojas </a:t>
            </a:r>
            <a:r>
              <a:rPr lang="es" sz="3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M.</a:t>
            </a:r>
            <a:endParaRPr sz="3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Times New Roman"/>
              <a:buNone/>
            </a:pPr>
            <a:r>
              <a:rPr lang="es" sz="29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Departamento de Ingeniería Química, Biotecnología y Materiales. Facultad de Ciencias Físicas y Matemáticas, Universidad de Chile.</a:t>
            </a:r>
            <a:endParaRPr sz="290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Times New Roman"/>
              <a:buNone/>
            </a:pPr>
            <a:r>
              <a:rPr lang="es" sz="29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BT1211 - Aplicaciones de la Biología a la Ingeniería y Ciencias</a:t>
            </a:r>
            <a:endParaRPr sz="290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539988" y="11881187"/>
          <a:ext cx="21240000" cy="9293300"/>
        </p:xfrm>
        <a:graphic>
          <a:graphicData uri="http://schemas.openxmlformats.org/drawingml/2006/table">
            <a:tbl>
              <a:tblPr firstRow="1" bandRow="1">
                <a:noFill/>
                <a:tableStyleId>{A12C4A82-8F41-4C7D-8A08-210F0D98A87D}</a:tableStyleId>
              </a:tblPr>
              <a:tblGrid>
                <a:gridCol w="1366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25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4000"/>
                        <a:t>Propuesta de solución</a:t>
                      </a:r>
                      <a:endParaRPr sz="4000"/>
                    </a:p>
                  </a:txBody>
                  <a:tcPr marL="361450" marR="361450" marT="179225" marB="179225" anchor="ctr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0800">
                <a:tc gridSpan="2"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100"/>
                        <a:t>Resultados: Se presenta la propuesta de solución, explicando de forma clara y técnica en qué consiste y cómo funciona. Es fundamental que se indique explícitamente de qué manera la propuesta se vincula con la biología: ya sea mediante el uso directo de un sistema biológico, o a través de la inspiración en principios, estructuras, procesos o funciones observadas en la naturaleza. Por ejemplo, si su solución se enmarca en el área de la biomimética, puede ser de utilidad considerar aspectos como escala y nivel de aplicación además del nivel de abstracción. Idealmente, la respuesta puede ir acompañada de un dibujo, modelo o diagrama que apoye la comprensión de la propuesta.</a:t>
                      </a:r>
                      <a:endParaRPr sz="3100"/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/>
                    </a:p>
                  </a:txBody>
                  <a:tcPr marL="361450" marR="361450" marT="179225" marB="179225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6" name="Google Shape;56;p13"/>
          <p:cNvGraphicFramePr/>
          <p:nvPr/>
        </p:nvGraphicFramePr>
        <p:xfrm>
          <a:off x="539988" y="4751400"/>
          <a:ext cx="21240000" cy="6910575"/>
        </p:xfrm>
        <a:graphic>
          <a:graphicData uri="http://schemas.openxmlformats.org/drawingml/2006/table">
            <a:tbl>
              <a:tblPr firstRow="1" bandRow="1">
                <a:noFill/>
                <a:tableStyleId>{A12C4A82-8F41-4C7D-8A08-210F0D98A87D}</a:tableStyleId>
              </a:tblPr>
              <a:tblGrid>
                <a:gridCol w="1366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00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4000"/>
                        <a:t>Introducción</a:t>
                      </a:r>
                      <a:endParaRPr sz="4000"/>
                    </a:p>
                  </a:txBody>
                  <a:tcPr marL="361450" marR="361450" marT="179225" marB="179225" anchor="ctr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0575">
                <a:tc gridSpan="2"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100"/>
                        <a:t>Presenta el contexto que enmarca el tema escogido, define de manera explícita el problema identificado, las variables críticas que probablemente estén desarrolladas en su solución posterior,  y expone su relevancia en la actualidad. Cuando corresponda, se espera que se consideren factores sociales y demográficos que permitan comprender mejor la complejidad del problema.</a:t>
                      </a:r>
                      <a:endParaRPr sz="3100"/>
                    </a:p>
                    <a:p>
                      <a:pPr marL="0" lvl="0" indent="-33020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/>
                    </a:p>
                  </a:txBody>
                  <a:tcPr marL="361450" marR="361450" marT="179225" marB="179225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7" name="Google Shape;57;p13"/>
          <p:cNvGraphicFramePr/>
          <p:nvPr/>
        </p:nvGraphicFramePr>
        <p:xfrm>
          <a:off x="539988" y="21427300"/>
          <a:ext cx="10440000" cy="7326925"/>
        </p:xfrm>
        <a:graphic>
          <a:graphicData uri="http://schemas.openxmlformats.org/drawingml/2006/table">
            <a:tbl>
              <a:tblPr firstRow="1" bandRow="1">
                <a:noFill/>
                <a:tableStyleId>{A12C4A82-8F41-4C7D-8A08-210F0D98A87D}</a:tableStyleId>
              </a:tblPr>
              <a:tblGrid>
                <a:gridCol w="671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926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4000"/>
                        <a:t>Discusiones</a:t>
                      </a:r>
                      <a:endParaRPr sz="4000"/>
                    </a:p>
                  </a:txBody>
                  <a:tcPr marL="361450" marR="361450" marT="179225" marB="179225" anchor="ctr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4275">
                <a:tc gridSpan="2"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100"/>
                        <a:t>Analiza el nivel de efectividad de la propuesta en relación con el problema planteado y reflexiona sobre su potencial impacto —positivo y/o negativo— en caso de ser implementada.</a:t>
                      </a:r>
                      <a:endParaRPr sz="3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1450" marR="361450" marT="179225" marB="179225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" name="Google Shape;58;p13"/>
          <p:cNvGraphicFramePr/>
          <p:nvPr/>
        </p:nvGraphicFramePr>
        <p:xfrm>
          <a:off x="539988" y="29000087"/>
          <a:ext cx="21240000" cy="3759925"/>
        </p:xfrm>
        <a:graphic>
          <a:graphicData uri="http://schemas.openxmlformats.org/drawingml/2006/table">
            <a:tbl>
              <a:tblPr firstRow="1" bandRow="1">
                <a:noFill/>
                <a:tableStyleId>{A12C4A82-8F41-4C7D-8A08-210F0D98A87D}</a:tableStyleId>
              </a:tblPr>
              <a:tblGrid>
                <a:gridCol w="1366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41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4000"/>
                        <a:t>Referencias</a:t>
                      </a:r>
                      <a:endParaRPr sz="4000"/>
                    </a:p>
                  </a:txBody>
                  <a:tcPr marL="361450" marR="361450" marT="179225" marB="179225" anchor="ctr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750">
                <a:tc gridSpan="2"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/>
                        <a:t>Deben incluirse todas las fuentes bibliográficas utilizadas en la investigación. En caso de no ser posible listar todas, se deben priorizar aquellas de mayor relevancia y pertinencia para el trabajo. No se aceptarán como fuentes válidas sitios web sin autoría identificable o sin respaldo institucional, tales como Wikipedia, El Rincón del Vago o páginas de contenido anónimo. Las referencias deben estar redactadas y ordenadas según las normas del estilo APA (7ª edición), tal como se indica en el material de apoyo subido a Material Docente.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1450" marR="361450" marT="179225" marB="179225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" name="Google Shape;59;p13"/>
          <p:cNvGraphicFramePr/>
          <p:nvPr/>
        </p:nvGraphicFramePr>
        <p:xfrm>
          <a:off x="11332428" y="21423580"/>
          <a:ext cx="10440000" cy="7326925"/>
        </p:xfrm>
        <a:graphic>
          <a:graphicData uri="http://schemas.openxmlformats.org/drawingml/2006/table">
            <a:tbl>
              <a:tblPr firstRow="1" bandRow="1">
                <a:noFill/>
                <a:tableStyleId>{A12C4A82-8F41-4C7D-8A08-210F0D98A87D}</a:tableStyleId>
              </a:tblPr>
              <a:tblGrid>
                <a:gridCol w="671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42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4000"/>
                        <a:t>Conclusiones</a:t>
                      </a:r>
                      <a:endParaRPr sz="4000"/>
                    </a:p>
                  </a:txBody>
                  <a:tcPr marL="361450" marR="361450" marT="179225" marB="179225" anchor="ctr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2675">
                <a:tc gridSpan="2"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100"/>
                        <a:t>Se sintetizan las ideas generales que surgen a partir del análisis realizado en la sección anterior, destacando posibles proyecciones.</a:t>
                      </a:r>
                      <a:endParaRPr sz="3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61450" marR="361450" marT="179225" marB="179225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384</Words>
  <Application>Microsoft Office PowerPoint</Application>
  <PresentationFormat>Personalizado</PresentationFormat>
  <Paragraphs>14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Simple Light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Francisca Catalina María Ramírez Riquelme (francisca.ramirez.r)</cp:lastModifiedBy>
  <cp:revision>2</cp:revision>
  <dcterms:modified xsi:type="dcterms:W3CDTF">2026-03-26T18:33:28Z</dcterms:modified>
</cp:coreProperties>
</file>